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Say: I built ClaimSense AI — an agentic healthcare payment integrity platform that combines ML anomaly detection with a LLaMA-3 AI agent to flag and explain suspicious claims in plain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Healthcare fraud costs $300B a year. Traditional rule engines only catch what they've seen before. This is the gap ClaimSense AI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trends shaping the space: agentic AI, ML anomaly detection, explainability requirements, and real-time scoring pipelines.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tailwinds for Cotiviti but real threats from adversarial AI and market consolidation.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concrete investments Cotiviti should make: agentic review layer, real-time behavioral engine, and explainability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3-step pipeline. Step 1 catches anomalies without needing labeled data. Step 2 scores risk. Step 3 explains it in plain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 output from the app. The AI agent caught that 17 units for a standard office visit makes no clinical sense — and explained why in plain language a reviewer can act on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ClaimSense AI covers all three domains Cotiviti serves — Treatment, Payment, and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Cotiviti's business. This isn't just a demo — it's a proof that I understand their product and can build toward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your memorable line. Then open the live app for the demo portion.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94D2BD">
              <a:alpha val="15000"/>
            </a:srgbClr>
          </a:solidFill>
          <a:ln w="12700">
            <a:solidFill>
              <a:srgbClr val="94D2B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ClaimSense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Clinical Decision Intelligence for Healthcare Payment Integrity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46304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2: Clinical Decision Making &amp; Pattern Recognition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Rohini Mallikarjunaiah  |  Stevens Institute of Technology  |  M.S. Business Intelligence &amp;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Cotiviti  |  Contact: jesus.hurtado@cotiviti.com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$300B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fraud,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abuse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46120" y="21488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healthcare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contain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errors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126480" y="21488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claims processed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impossible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review manually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 systems catch known patterns — but fail against novel fraud schemes.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needs ML + AI that learns, adapts, and explains.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Industry Trends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Agentic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evolve from passive text generators to autonomous clinical reasoning agents — Med-PaLM 2, GPT-4 with tool 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Anomaly Detection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XGBoost achieve 90%+ precision on claims fraud, far outperforming rule engines.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Explainable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&amp; OIG now require human-readable justifications for AI-driven claim decisions. Black-box is no longer acceptable.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Scoring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34290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ML (Kafka, Flink) enables sub-second anomaly scoring on live claims — shifting from retrospective to prospective.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Threats for Cotiviti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Opportunities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Pre-payment anomaly interception reduces clawback costs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automates audit narratives — 60-80% workload reduction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identify billing mismatches vs contracted rates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drift detection surfaces emerging fraud schemes early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outputs satisfy CMS/OIG audit requirements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FEB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Threats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AI crafts claims that evade ML detection — arms race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constraints limit training data sharing across payers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positives damage provider relationships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risk in clinical contexts requires validation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Optum/Change Healthcare consolidation intensifies competition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for Cotiviti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0A939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107899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Claims Review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44475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LLM agents that perform chain-of-thought reasoning on flagged claims — cross-referencing procedure/diagnosis codes, provider history, and CMS guidelines — delivering plain-language audit narratives and recommended actions.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0A9396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231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Behavioral Anomaly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77063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batch to streaming ML pipelines tracking rolling 30-day provider behavioral patterns. Detect emerging fraud before individual claims cross payment thresholds — moving from retrospective recovery to prospective prevention.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0A9396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7490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34440" y="37307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Explainability-First AI Governance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09651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governance framework documenting model inputs, reasoning chains, and confidence intervals for every AI-assisted decision. Position Cotiviti as a trusted AI partner vs. black-box vendor for long-term payer client retention.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Concept: ClaimSense AI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agentic claims intelligence platform built in Python + Streamlit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claims with statistically unusual patterns — no labels required. Catches novel fraud schemes invisible to rules.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2468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4612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Risk Scoring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560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claim a fraud probability (0–100%). Trained on labeled patterns across amount, units, duplicates, timing.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468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72200" y="12801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722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 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Clinical Reasoning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560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each claim is suspicious in plain language. Recommends: Auto-Approve / Flag for Review / Escalate.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· Streamlit · scikit-learn · XGBoost · Groq API · LLaMA-3.3-70B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ClaimSense 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A93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9144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A939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9144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A939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490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9144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A939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9144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A9396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Claim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8412480" cy="2560320"/>
          </a:xfrm>
          <a:prstGeom prst="roundRect">
            <a:avLst>
              <a:gd name="adj" fmla="val 3571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Agent Output — Claim CLM785166  |  Risk Score: 96.5%  |  Procedure: 99215  |  Diagnosis: F32.1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SUMMARY: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due to unusually high units billed (17) for a standard office visit, combined with duplicate claims and multiple providers within 30 days.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units billed for procedure 99215 (normal: 1–2)  ·  2 duplicate claims in 30 days  ·  4 different providers  ·  Submitted in 1 day (automated billing signal)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Review — clinical pattern inconsistent with major depressive disorder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 Coverage: Treatment · Payment · Operations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143000"/>
            <a:ext cx="731520" cy="7315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Procedure-diagnosis code alignment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intensity vs billed units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validates clinical appropriateness of billing patterns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E8EAF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143000"/>
            <a:ext cx="731520" cy="7315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amount anomaly detection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submission flagging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risk scoring 0–100% per claim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23760" y="1143000"/>
            <a:ext cx="731520" cy="7315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timing patterns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clustering anomalies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drift detection over 30-day windows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Cotiviti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ClaimSense AI is a mini version of exactly what Cotiviti does — payment integrity at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1051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81051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Cotiviti's core business (anomaly detection) with the next evolution (agentic AI explanation)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1518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615184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F1-score &gt;85% on fraud classification with explainable SHAP-ready feature importance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41985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1985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419856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Explainability-first design meets CMS/OIG audit trail requirements out of the box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2452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245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4224528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scales: swap synthetic data for real claims feed, add Kafka for real-time inference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93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1B2A">
              <a:alpha val="30000"/>
            </a:srgbClr>
          </a:solidFill>
          <a:ln w="12700">
            <a:solidFill>
              <a:srgbClr val="0D1B2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D1B2A">
              <a:alpha val="25000"/>
            </a:srgbClr>
          </a:solidFill>
          <a:ln w="12700">
            <a:solidFill>
              <a:srgbClr val="0D1B2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ClaimSense AI · GitHub Repository Available · Full Working Demo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Rohini Mallikarjunaiah
</a:t>
            </a:r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Business Intelligence &amp; Analytics · Stevens Institute of Technology
</a:t>
            </a:r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linkedin.com/in/rohini20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compliance, being late is a risk event. ClaimSense AI makes sure Cotiviti never is."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ClaimSense AI - Cotiviti Intern Assessment</dc:title>
  <dc:subject>PptxGenJS Presentation</dc:subject>
  <dc:creator>Rohini Mallikarjunaiah</dc:creator>
  <cp:lastModifiedBy>Rohini Mallikarjunaiah</cp:lastModifiedBy>
  <cp:revision>1</cp:revision>
  <dcterms:created xsi:type="dcterms:W3CDTF">2026-07-05T21:21:43Z</dcterms:created>
  <dcterms:modified xsi:type="dcterms:W3CDTF">2026-07-05T21:21:43Z</dcterms:modified>
</cp:coreProperties>
</file>